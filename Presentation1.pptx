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C0BC6-9F35-984D-5F67-E9F416572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1CB8D-5978-C6C7-40ED-6B7CD8110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179C3-3200-5491-7159-5D0CAA5C3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D8C9-5D0B-48A5-BD71-AEEF3ACDEFA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1D822-0868-CACB-A6D9-D773AFEAD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003F9-8BB8-2CBA-2983-24ED4DCB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25E7A-BD07-4108-9114-4B9ABB17C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974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45E9A-0C60-E275-A05A-8AC96D068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427DC-4DC2-DB2B-564E-F780BCEBB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C7C08-1332-0C63-82A3-5676979C7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D8C9-5D0B-48A5-BD71-AEEF3ACDEFA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7C0C3-5630-8BA6-D3CA-ABF3DA3DB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A2F59-7B1A-612B-89AD-91A36B6AF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25E7A-BD07-4108-9114-4B9ABB17C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64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D9B04-E5DE-4D12-CE6B-14ACD0566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9DE0E-12B9-F54A-E3F9-FA1C75D9B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54D47-415A-F6CC-78D4-FDD06614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D8C9-5D0B-48A5-BD71-AEEF3ACDEFA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9A794-6FE8-DD11-1984-AF8307C6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0B5C5-5815-B18D-566C-7ECA26DD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25E7A-BD07-4108-9114-4B9ABB17C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562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10CC-1C0A-928C-5B27-F2C77F55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EDCD-CEAA-087F-6119-BF1CC026B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40E78-BAC0-C4CD-5350-22263ADFF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99B5F-7EF2-DF3B-9422-B462CEF76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D8C9-5D0B-48A5-BD71-AEEF3ACDEFA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E3FB0-1A79-80D2-9DD8-2217882FE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269AB-85DE-B54B-423A-4CCBF084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25E7A-BD07-4108-9114-4B9ABB17C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392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7CE15-5414-976C-CAE7-C1B975C7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A9C17-2F93-4A87-F8CA-84B2E53D0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58F01-D1A8-D1D3-EE81-1968ECD00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437633-3550-51CB-0637-5D15A68F7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2098CC-B02A-4430-60AB-56565BDAB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630235-232C-A82A-F764-6ABA33D50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D8C9-5D0B-48A5-BD71-AEEF3ACDEFA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7F19D6-E795-A776-A504-BF8E08EA3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40A8B9-181D-B8D0-244A-8A8F5DD6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25E7A-BD07-4108-9114-4B9ABB17C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957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DC920-32BD-AF9B-1215-C0584DA1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601A9-E852-35B4-DA05-34D6F7EE1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D8C9-5D0B-48A5-BD71-AEEF3ACDEFA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3143C-36E6-9B7A-A397-F788590A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82BE8-437D-19C6-3290-0B65247E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25E7A-BD07-4108-9114-4B9ABB17C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474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5AD2CB-006F-539A-EFEF-5F430B7F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D8C9-5D0B-48A5-BD71-AEEF3ACDEFA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7B8DF8-AB4B-0156-2972-1CD27AC9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B6A9D-B768-3CD2-47FE-39BDB4DDA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25E7A-BD07-4108-9114-4B9ABB17C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85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A607-B074-BBF6-2FCF-22A98F5A9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C56A3-61A1-C760-5F07-D5E6FC35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49828-B19C-5B1F-2CCA-BE1533DA5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9B234-ADB6-8483-1641-2ADBACD68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D8C9-5D0B-48A5-BD71-AEEF3ACDEFA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5D81D-3A66-6BFB-B83C-919BC64A8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45ACE-F8C9-AD5C-E0E4-B1BB60871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25E7A-BD07-4108-9114-4B9ABB17C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09B2-91D2-F44F-FAF2-DEDEC520E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037BD3-10A3-4DDD-D262-F38437CB1D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A611F-79DE-24E1-1DFD-0184D262F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5B265-28E3-3459-E47F-1C523961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D8C9-5D0B-48A5-BD71-AEEF3ACDEFA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6C334-A9FE-5C3C-4C34-861090C34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D291C-3C4E-32BE-9C1F-EF54FF1E1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25E7A-BD07-4108-9114-4B9ABB17C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069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68BD5-60C6-7E0D-B213-99E2414F4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B8618-1957-6558-28FE-A1FF5295D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B0AEE-6291-0B0A-F846-67DD797F2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D8C9-5D0B-48A5-BD71-AEEF3ACDEFA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D04F6-EE21-58B4-7BE7-2F55577F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21A34-3F90-63B2-FCD9-FCE43CCB1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25E7A-BD07-4108-9114-4B9ABB17C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38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C598C5-45A3-2B14-AEA4-3F3F3A5FE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5E250-119F-1F77-ED28-3400A0D94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D0DE8-DEE2-8BD4-2500-8410D8C4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7D8C9-5D0B-48A5-BD71-AEEF3ACDEFA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AFDA9-7420-47DB-E749-799BC79AB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8CF68-54FA-F00F-E986-F20A7D40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25E7A-BD07-4108-9114-4B9ABB17C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752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CC513-EF48-7BDB-B7A3-6C5F3961B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44CDE-2135-13F8-9572-8F3465813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0011D-338F-6A96-88D6-4243E1880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27D8C9-5D0B-48A5-BD71-AEEF3ACDEFA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A6825-CFD5-041D-5158-5A9956A32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ABAB3-FDCE-9C7E-A0DB-8C82CDEA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25E7A-BD07-4108-9114-4B9ABB17C1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06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6A8ED8-FB3C-E20F-18AF-0BBE95EC0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6" y="283713"/>
            <a:ext cx="5776824" cy="2847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1258D9-DBD8-5CBA-F2B6-6DBA2B588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76" y="3247101"/>
            <a:ext cx="7208902" cy="33271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B82B30-732C-E6A7-58D4-D35555A7D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771" y="188808"/>
            <a:ext cx="3008893" cy="30582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3714C2-9381-2E50-A86C-2BE6C684AE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220" y="3459276"/>
            <a:ext cx="3780434" cy="32342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3A5635-AB6B-4BAB-3CA8-089A301871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3715" y="388489"/>
            <a:ext cx="1891525" cy="240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182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Soni</dc:creator>
  <cp:lastModifiedBy>Pramod Soni</cp:lastModifiedBy>
  <cp:revision>1</cp:revision>
  <dcterms:created xsi:type="dcterms:W3CDTF">2026-02-24T09:36:15Z</dcterms:created>
  <dcterms:modified xsi:type="dcterms:W3CDTF">2026-02-24T09:38:39Z</dcterms:modified>
</cp:coreProperties>
</file>